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CEO Cockpit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Supply Chain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 &amp; Planning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vs PO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PMO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Upload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Targets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Guide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EO Cockpit" descr="GSM 대시보드 CEO Cockpit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pply Chain" descr="GSM 대시보드 Supply Chain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recast &amp; Planning" descr="GSM 대시보드 Forecast &amp; Planning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les" descr="GSM 대시보드 Sales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ventory" descr="GSM 대시보드 Inventory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oduction" descr="GSM 대시보드 Production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an vs PO" descr="GSM 대시보드 Plan vs PO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uality" descr="GSM 대시보드 Quality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ract" descr="GSM 대시보드 Contract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oject PMO" descr="GSM 대시보드 Project PMO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ata Upload" descr="GSM 대시보드 Data Upload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PI Targets" descr="GSM 대시보드 KPI Targets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ser Guide" descr="GSM 대시보드 User Guide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GSM Dashboard Screens</dc:title>
  <dc:subject>PptxGenJS Presentation</dc:subject>
  <dc:creator>PptxGenJS</dc:creator>
  <cp:lastModifiedBy>PptxGenJS</cp:lastModifiedBy>
  <cp:revision>1</cp:revision>
  <dcterms:created xsi:type="dcterms:W3CDTF">2026-10-23T01:24:11Z</dcterms:created>
  <dcterms:modified xsi:type="dcterms:W3CDTF">2026-10-23T01:24:11Z</dcterms:modified>
</cp:coreProperties>
</file>