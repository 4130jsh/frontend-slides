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5512460" y="2165996"/>
            <a:ext cx="3710349" cy="123568"/>
          </a:xfrm>
          <a:custGeom>
            <a:avLst/>
            <a:gdLst/>
            <a:ahLst/>
            <a:cxnLst/>
            <a:rect l="l" t="t" r="r" b="b"/>
            <a:pathLst>
              <a:path w="3710349" h="123568">
                <a:moveTo>
                  <a:pt x="0" y="0"/>
                </a:moveTo>
                <a:lnTo>
                  <a:pt x="327011" y="1388"/>
                </a:lnTo>
                <a:lnTo>
                  <a:pt x="615976" y="5310"/>
                </a:lnTo>
                <a:lnTo>
                  <a:pt x="872331" y="11404"/>
                </a:lnTo>
                <a:lnTo>
                  <a:pt x="1101510" y="19308"/>
                </a:lnTo>
                <a:lnTo>
                  <a:pt x="1308949" y="28660"/>
                </a:lnTo>
                <a:lnTo>
                  <a:pt x="1500083" y="39098"/>
                </a:lnTo>
                <a:lnTo>
                  <a:pt x="1680346" y="50260"/>
                </a:lnTo>
                <a:lnTo>
                  <a:pt x="1855175" y="61784"/>
                </a:lnTo>
                <a:lnTo>
                  <a:pt x="2030003" y="73308"/>
                </a:lnTo>
                <a:lnTo>
                  <a:pt x="2210267" y="84470"/>
                </a:lnTo>
                <a:lnTo>
                  <a:pt x="2401400" y="94909"/>
                </a:lnTo>
                <a:lnTo>
                  <a:pt x="2608839" y="104261"/>
                </a:lnTo>
                <a:lnTo>
                  <a:pt x="2838019" y="112165"/>
                </a:lnTo>
                <a:lnTo>
                  <a:pt x="3094373" y="118259"/>
                </a:lnTo>
                <a:lnTo>
                  <a:pt x="3383339" y="122180"/>
                </a:lnTo>
                <a:lnTo>
                  <a:pt x="3710349" y="123568"/>
                </a:lnTo>
              </a:path>
            </a:pathLst>
          </a:custGeom>
          <a:noFill/>
          <a:ln w="19050">
            <a:solidFill>
              <a:srgbClr val="5FD6C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404011" y="2115115"/>
            <a:ext cx="1818798" cy="174449"/>
          </a:xfrm>
          <a:custGeom>
            <a:avLst/>
            <a:gdLst/>
            <a:ahLst/>
            <a:cxnLst/>
            <a:rect l="l" t="t" r="r" b="b"/>
            <a:pathLst>
              <a:path w="1818798" h="174449">
                <a:moveTo>
                  <a:pt x="0" y="0"/>
                </a:moveTo>
                <a:lnTo>
                  <a:pt x="160299" y="1959"/>
                </a:lnTo>
                <a:lnTo>
                  <a:pt x="301949" y="7496"/>
                </a:lnTo>
                <a:lnTo>
                  <a:pt x="427613" y="16099"/>
                </a:lnTo>
                <a:lnTo>
                  <a:pt x="539955" y="27258"/>
                </a:lnTo>
                <a:lnTo>
                  <a:pt x="641641" y="40461"/>
                </a:lnTo>
                <a:lnTo>
                  <a:pt x="735334" y="55197"/>
                </a:lnTo>
                <a:lnTo>
                  <a:pt x="823699" y="70955"/>
                </a:lnTo>
                <a:lnTo>
                  <a:pt x="909399" y="87225"/>
                </a:lnTo>
                <a:lnTo>
                  <a:pt x="995099" y="103494"/>
                </a:lnTo>
                <a:lnTo>
                  <a:pt x="1083464" y="119252"/>
                </a:lnTo>
                <a:lnTo>
                  <a:pt x="1177157" y="133989"/>
                </a:lnTo>
                <a:lnTo>
                  <a:pt x="1278842" y="147191"/>
                </a:lnTo>
                <a:lnTo>
                  <a:pt x="1391185" y="158350"/>
                </a:lnTo>
                <a:lnTo>
                  <a:pt x="1516849" y="166953"/>
                </a:lnTo>
                <a:lnTo>
                  <a:pt x="1658499" y="172490"/>
                </a:lnTo>
                <a:lnTo>
                  <a:pt x="1818798" y="174449"/>
                </a:lnTo>
              </a:path>
            </a:pathLst>
          </a:custGeom>
          <a:noFill/>
          <a:ln w="19050">
            <a:solidFill>
              <a:srgbClr val="5FD6C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404011" y="1955204"/>
            <a:ext cx="1818798" cy="159911"/>
          </a:xfrm>
          <a:custGeom>
            <a:avLst/>
            <a:gdLst/>
            <a:ahLst/>
            <a:cxnLst/>
            <a:rect l="l" t="t" r="r" b="b"/>
            <a:pathLst>
              <a:path w="1818798" h="159911">
                <a:moveTo>
                  <a:pt x="0" y="159911"/>
                </a:moveTo>
                <a:lnTo>
                  <a:pt x="160299" y="158115"/>
                </a:lnTo>
                <a:lnTo>
                  <a:pt x="301949" y="153040"/>
                </a:lnTo>
                <a:lnTo>
                  <a:pt x="427613" y="145154"/>
                </a:lnTo>
                <a:lnTo>
                  <a:pt x="539955" y="134925"/>
                </a:lnTo>
                <a:lnTo>
                  <a:pt x="641641" y="122822"/>
                </a:lnTo>
                <a:lnTo>
                  <a:pt x="735334" y="109314"/>
                </a:lnTo>
                <a:lnTo>
                  <a:pt x="823699" y="94869"/>
                </a:lnTo>
                <a:lnTo>
                  <a:pt x="909399" y="79955"/>
                </a:lnTo>
                <a:lnTo>
                  <a:pt x="995099" y="65042"/>
                </a:lnTo>
                <a:lnTo>
                  <a:pt x="1083464" y="50597"/>
                </a:lnTo>
                <a:lnTo>
                  <a:pt x="1177157" y="37089"/>
                </a:lnTo>
                <a:lnTo>
                  <a:pt x="1278842" y="24986"/>
                </a:lnTo>
                <a:lnTo>
                  <a:pt x="1391185" y="14757"/>
                </a:lnTo>
                <a:lnTo>
                  <a:pt x="1516849" y="6871"/>
                </a:lnTo>
                <a:lnTo>
                  <a:pt x="1658499" y="1796"/>
                </a:lnTo>
                <a:lnTo>
                  <a:pt x="1818798" y="0"/>
                </a:lnTo>
              </a:path>
            </a:pathLst>
          </a:custGeom>
          <a:noFill/>
          <a:ln w="19050">
            <a:solidFill>
              <a:srgbClr val="5FD6C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404011" y="1955204"/>
            <a:ext cx="1818798" cy="1286560"/>
          </a:xfrm>
          <a:custGeom>
            <a:avLst/>
            <a:gdLst/>
            <a:ahLst/>
            <a:cxnLst/>
            <a:rect l="l" t="t" r="r" b="b"/>
            <a:pathLst>
              <a:path w="1818798" h="1286560">
                <a:moveTo>
                  <a:pt x="0" y="1286560"/>
                </a:moveTo>
                <a:lnTo>
                  <a:pt x="160299" y="1272112"/>
                </a:lnTo>
                <a:lnTo>
                  <a:pt x="301949" y="1231279"/>
                </a:lnTo>
                <a:lnTo>
                  <a:pt x="427613" y="1167830"/>
                </a:lnTo>
                <a:lnTo>
                  <a:pt x="539955" y="1085535"/>
                </a:lnTo>
                <a:lnTo>
                  <a:pt x="641641" y="988164"/>
                </a:lnTo>
                <a:lnTo>
                  <a:pt x="735334" y="879485"/>
                </a:lnTo>
                <a:lnTo>
                  <a:pt x="823699" y="763267"/>
                </a:lnTo>
                <a:lnTo>
                  <a:pt x="909399" y="643280"/>
                </a:lnTo>
                <a:lnTo>
                  <a:pt x="995099" y="523293"/>
                </a:lnTo>
                <a:lnTo>
                  <a:pt x="1083464" y="407076"/>
                </a:lnTo>
                <a:lnTo>
                  <a:pt x="1177157" y="298396"/>
                </a:lnTo>
                <a:lnTo>
                  <a:pt x="1278842" y="201025"/>
                </a:lnTo>
                <a:lnTo>
                  <a:pt x="1391185" y="118730"/>
                </a:lnTo>
                <a:lnTo>
                  <a:pt x="1516849" y="55282"/>
                </a:lnTo>
                <a:lnTo>
                  <a:pt x="1658499" y="14448"/>
                </a:lnTo>
                <a:lnTo>
                  <a:pt x="1818798" y="0"/>
                </a:lnTo>
              </a:path>
            </a:pathLst>
          </a:custGeom>
          <a:noFill/>
          <a:ln w="19050">
            <a:solidFill>
              <a:srgbClr val="5FD6C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512460" y="2165996"/>
            <a:ext cx="3710349" cy="1373785"/>
          </a:xfrm>
          <a:custGeom>
            <a:avLst/>
            <a:gdLst/>
            <a:ahLst/>
            <a:cxnLst/>
            <a:rect l="l" t="t" r="r" b="b"/>
            <a:pathLst>
              <a:path w="3710349" h="1373785">
                <a:moveTo>
                  <a:pt x="0" y="0"/>
                </a:moveTo>
                <a:lnTo>
                  <a:pt x="327011" y="15428"/>
                </a:lnTo>
                <a:lnTo>
                  <a:pt x="615976" y="59030"/>
                </a:lnTo>
                <a:lnTo>
                  <a:pt x="872331" y="126780"/>
                </a:lnTo>
                <a:lnTo>
                  <a:pt x="1101510" y="214654"/>
                </a:lnTo>
                <a:lnTo>
                  <a:pt x="1308949" y="318627"/>
                </a:lnTo>
                <a:lnTo>
                  <a:pt x="1500083" y="434674"/>
                </a:lnTo>
                <a:lnTo>
                  <a:pt x="1680346" y="558771"/>
                </a:lnTo>
                <a:lnTo>
                  <a:pt x="1855175" y="686893"/>
                </a:lnTo>
                <a:lnTo>
                  <a:pt x="2030003" y="815014"/>
                </a:lnTo>
                <a:lnTo>
                  <a:pt x="2210267" y="939111"/>
                </a:lnTo>
                <a:lnTo>
                  <a:pt x="2401400" y="1055158"/>
                </a:lnTo>
                <a:lnTo>
                  <a:pt x="2608839" y="1159131"/>
                </a:lnTo>
                <a:lnTo>
                  <a:pt x="2838019" y="1247005"/>
                </a:lnTo>
                <a:lnTo>
                  <a:pt x="3094373" y="1314756"/>
                </a:lnTo>
                <a:lnTo>
                  <a:pt x="3383339" y="1358357"/>
                </a:lnTo>
                <a:lnTo>
                  <a:pt x="3710349" y="1373785"/>
                </a:lnTo>
              </a:path>
            </a:pathLst>
          </a:custGeom>
          <a:noFill/>
          <a:ln w="19050">
            <a:solidFill>
              <a:srgbClr val="9FE0A8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512460" y="2165996"/>
            <a:ext cx="3710349" cy="1039425"/>
          </a:xfrm>
          <a:custGeom>
            <a:avLst/>
            <a:gdLst/>
            <a:ahLst/>
            <a:cxnLst/>
            <a:rect l="l" t="t" r="r" b="b"/>
            <a:pathLst>
              <a:path w="3710349" h="1039425">
                <a:moveTo>
                  <a:pt x="0" y="0"/>
                </a:moveTo>
                <a:lnTo>
                  <a:pt x="327011" y="11673"/>
                </a:lnTo>
                <a:lnTo>
                  <a:pt x="615976" y="44663"/>
                </a:lnTo>
                <a:lnTo>
                  <a:pt x="872331" y="95924"/>
                </a:lnTo>
                <a:lnTo>
                  <a:pt x="1101510" y="162410"/>
                </a:lnTo>
                <a:lnTo>
                  <a:pt x="1308949" y="241078"/>
                </a:lnTo>
                <a:lnTo>
                  <a:pt x="1500083" y="328881"/>
                </a:lnTo>
                <a:lnTo>
                  <a:pt x="1680346" y="422774"/>
                </a:lnTo>
                <a:lnTo>
                  <a:pt x="1855175" y="519713"/>
                </a:lnTo>
                <a:lnTo>
                  <a:pt x="2030003" y="616651"/>
                </a:lnTo>
                <a:lnTo>
                  <a:pt x="2210267" y="710544"/>
                </a:lnTo>
                <a:lnTo>
                  <a:pt x="2401400" y="798347"/>
                </a:lnTo>
                <a:lnTo>
                  <a:pt x="2608839" y="877015"/>
                </a:lnTo>
                <a:lnTo>
                  <a:pt x="2838019" y="943501"/>
                </a:lnTo>
                <a:lnTo>
                  <a:pt x="3094373" y="994762"/>
                </a:lnTo>
                <a:lnTo>
                  <a:pt x="3383339" y="1027752"/>
                </a:lnTo>
                <a:lnTo>
                  <a:pt x="3710349" y="1039425"/>
                </a:lnTo>
              </a:path>
            </a:pathLst>
          </a:custGeom>
          <a:noFill/>
          <a:ln w="19050">
            <a:solidFill>
              <a:srgbClr val="9FE0A8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512460" y="2165996"/>
            <a:ext cx="3710349" cy="705065"/>
          </a:xfrm>
          <a:custGeom>
            <a:avLst/>
            <a:gdLst/>
            <a:ahLst/>
            <a:cxnLst/>
            <a:rect l="l" t="t" r="r" b="b"/>
            <a:pathLst>
              <a:path w="3710349" h="705065">
                <a:moveTo>
                  <a:pt x="0" y="0"/>
                </a:moveTo>
                <a:lnTo>
                  <a:pt x="327011" y="7918"/>
                </a:lnTo>
                <a:lnTo>
                  <a:pt x="615976" y="30296"/>
                </a:lnTo>
                <a:lnTo>
                  <a:pt x="872331" y="65067"/>
                </a:lnTo>
                <a:lnTo>
                  <a:pt x="1101510" y="110166"/>
                </a:lnTo>
                <a:lnTo>
                  <a:pt x="1308949" y="163528"/>
                </a:lnTo>
                <a:lnTo>
                  <a:pt x="1500083" y="223087"/>
                </a:lnTo>
                <a:lnTo>
                  <a:pt x="1680346" y="286777"/>
                </a:lnTo>
                <a:lnTo>
                  <a:pt x="1855175" y="352532"/>
                </a:lnTo>
                <a:lnTo>
                  <a:pt x="2030003" y="418288"/>
                </a:lnTo>
                <a:lnTo>
                  <a:pt x="2210267" y="481978"/>
                </a:lnTo>
                <a:lnTo>
                  <a:pt x="2401400" y="541536"/>
                </a:lnTo>
                <a:lnTo>
                  <a:pt x="2608839" y="594898"/>
                </a:lnTo>
                <a:lnTo>
                  <a:pt x="2838019" y="639998"/>
                </a:lnTo>
                <a:lnTo>
                  <a:pt x="3094373" y="674769"/>
                </a:lnTo>
                <a:lnTo>
                  <a:pt x="3383339" y="697146"/>
                </a:lnTo>
                <a:lnTo>
                  <a:pt x="3710349" y="705065"/>
                </a:lnTo>
              </a:path>
            </a:pathLst>
          </a:custGeom>
          <a:noFill/>
          <a:ln w="19050">
            <a:solidFill>
              <a:srgbClr val="9FE0A8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693661" y="2456744"/>
            <a:ext cx="5529148" cy="3001976"/>
          </a:xfrm>
          <a:custGeom>
            <a:avLst/>
            <a:gdLst/>
            <a:ahLst/>
            <a:cxnLst/>
            <a:rect l="l" t="t" r="r" b="b"/>
            <a:pathLst>
              <a:path w="5529148" h="3001976">
                <a:moveTo>
                  <a:pt x="0" y="0"/>
                </a:moveTo>
                <a:lnTo>
                  <a:pt x="487310" y="33714"/>
                </a:lnTo>
                <a:lnTo>
                  <a:pt x="917925" y="128991"/>
                </a:lnTo>
                <a:lnTo>
                  <a:pt x="1299944" y="277038"/>
                </a:lnTo>
                <a:lnTo>
                  <a:pt x="1641466" y="469059"/>
                </a:lnTo>
                <a:lnTo>
                  <a:pt x="1950591" y="696259"/>
                </a:lnTo>
                <a:lnTo>
                  <a:pt x="2235417" y="949844"/>
                </a:lnTo>
                <a:lnTo>
                  <a:pt x="2504046" y="1221019"/>
                </a:lnTo>
                <a:lnTo>
                  <a:pt x="2764574" y="1500988"/>
                </a:lnTo>
                <a:lnTo>
                  <a:pt x="3025103" y="1780957"/>
                </a:lnTo>
                <a:lnTo>
                  <a:pt x="3293731" y="2052132"/>
                </a:lnTo>
                <a:lnTo>
                  <a:pt x="3578558" y="2305717"/>
                </a:lnTo>
                <a:lnTo>
                  <a:pt x="3887682" y="2532917"/>
                </a:lnTo>
                <a:lnTo>
                  <a:pt x="4229205" y="2724938"/>
                </a:lnTo>
                <a:lnTo>
                  <a:pt x="4611223" y="2872984"/>
                </a:lnTo>
                <a:lnTo>
                  <a:pt x="5041838" y="2968262"/>
                </a:lnTo>
                <a:lnTo>
                  <a:pt x="5529148" y="3001976"/>
                </a:lnTo>
              </a:path>
            </a:pathLst>
          </a:custGeom>
          <a:noFill/>
          <a:ln w="19050">
            <a:solidFill>
              <a:srgbClr val="E6C36A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693661" y="2456744"/>
            <a:ext cx="5529148" cy="2667615"/>
          </a:xfrm>
          <a:custGeom>
            <a:avLst/>
            <a:gdLst/>
            <a:ahLst/>
            <a:cxnLst/>
            <a:rect l="l" t="t" r="r" b="b"/>
            <a:pathLst>
              <a:path w="5529148" h="2667615">
                <a:moveTo>
                  <a:pt x="0" y="0"/>
                </a:moveTo>
                <a:lnTo>
                  <a:pt x="487310" y="29959"/>
                </a:lnTo>
                <a:lnTo>
                  <a:pt x="917925" y="114624"/>
                </a:lnTo>
                <a:lnTo>
                  <a:pt x="1299944" y="246182"/>
                </a:lnTo>
                <a:lnTo>
                  <a:pt x="1641466" y="416815"/>
                </a:lnTo>
                <a:lnTo>
                  <a:pt x="1950591" y="618710"/>
                </a:lnTo>
                <a:lnTo>
                  <a:pt x="2235417" y="844050"/>
                </a:lnTo>
                <a:lnTo>
                  <a:pt x="2504046" y="1085021"/>
                </a:lnTo>
                <a:lnTo>
                  <a:pt x="2764574" y="1333808"/>
                </a:lnTo>
                <a:lnTo>
                  <a:pt x="3025103" y="1582594"/>
                </a:lnTo>
                <a:lnTo>
                  <a:pt x="3293731" y="1823565"/>
                </a:lnTo>
                <a:lnTo>
                  <a:pt x="3578558" y="2048906"/>
                </a:lnTo>
                <a:lnTo>
                  <a:pt x="3887682" y="2250800"/>
                </a:lnTo>
                <a:lnTo>
                  <a:pt x="4229205" y="2421434"/>
                </a:lnTo>
                <a:lnTo>
                  <a:pt x="4611223" y="2552991"/>
                </a:lnTo>
                <a:lnTo>
                  <a:pt x="5041838" y="2637657"/>
                </a:lnTo>
                <a:lnTo>
                  <a:pt x="5529148" y="2667615"/>
                </a:lnTo>
              </a:path>
            </a:pathLst>
          </a:custGeom>
          <a:noFill/>
          <a:ln w="19050">
            <a:solidFill>
              <a:srgbClr val="E6C36A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693661" y="2456744"/>
            <a:ext cx="5529148" cy="2333255"/>
          </a:xfrm>
          <a:custGeom>
            <a:avLst/>
            <a:gdLst/>
            <a:ahLst/>
            <a:cxnLst/>
            <a:rect l="l" t="t" r="r" b="b"/>
            <a:pathLst>
              <a:path w="5529148" h="2333255">
                <a:moveTo>
                  <a:pt x="0" y="0"/>
                </a:moveTo>
                <a:lnTo>
                  <a:pt x="487310" y="26204"/>
                </a:lnTo>
                <a:lnTo>
                  <a:pt x="917925" y="100257"/>
                </a:lnTo>
                <a:lnTo>
                  <a:pt x="1299944" y="215325"/>
                </a:lnTo>
                <a:lnTo>
                  <a:pt x="1641466" y="364571"/>
                </a:lnTo>
                <a:lnTo>
                  <a:pt x="1950591" y="541160"/>
                </a:lnTo>
                <a:lnTo>
                  <a:pt x="2235417" y="738257"/>
                </a:lnTo>
                <a:lnTo>
                  <a:pt x="2504046" y="949024"/>
                </a:lnTo>
                <a:lnTo>
                  <a:pt x="2764574" y="1166627"/>
                </a:lnTo>
                <a:lnTo>
                  <a:pt x="3025103" y="1384231"/>
                </a:lnTo>
                <a:lnTo>
                  <a:pt x="3293731" y="1594998"/>
                </a:lnTo>
                <a:lnTo>
                  <a:pt x="3578558" y="1792095"/>
                </a:lnTo>
                <a:lnTo>
                  <a:pt x="3887682" y="1968684"/>
                </a:lnTo>
                <a:lnTo>
                  <a:pt x="4229205" y="2117930"/>
                </a:lnTo>
                <a:lnTo>
                  <a:pt x="4611223" y="2232998"/>
                </a:lnTo>
                <a:lnTo>
                  <a:pt x="5041838" y="2307051"/>
                </a:lnTo>
                <a:lnTo>
                  <a:pt x="5529148" y="2333255"/>
                </a:lnTo>
              </a:path>
            </a:pathLst>
          </a:custGeom>
          <a:noFill/>
          <a:ln w="19050">
            <a:solidFill>
              <a:srgbClr val="E6C36A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693661" y="2456744"/>
            <a:ext cx="5529148" cy="1998894"/>
          </a:xfrm>
          <a:custGeom>
            <a:avLst/>
            <a:gdLst/>
            <a:ahLst/>
            <a:cxnLst/>
            <a:rect l="l" t="t" r="r" b="b"/>
            <a:pathLst>
              <a:path w="5529148" h="1998894">
                <a:moveTo>
                  <a:pt x="0" y="0"/>
                </a:moveTo>
                <a:lnTo>
                  <a:pt x="487310" y="22449"/>
                </a:lnTo>
                <a:lnTo>
                  <a:pt x="917925" y="85890"/>
                </a:lnTo>
                <a:lnTo>
                  <a:pt x="1299944" y="184469"/>
                </a:lnTo>
                <a:lnTo>
                  <a:pt x="1641466" y="312327"/>
                </a:lnTo>
                <a:lnTo>
                  <a:pt x="1950591" y="463611"/>
                </a:lnTo>
                <a:lnTo>
                  <a:pt x="2235417" y="632463"/>
                </a:lnTo>
                <a:lnTo>
                  <a:pt x="2504046" y="813027"/>
                </a:lnTo>
                <a:lnTo>
                  <a:pt x="2764574" y="999447"/>
                </a:lnTo>
                <a:lnTo>
                  <a:pt x="3025103" y="1185868"/>
                </a:lnTo>
                <a:lnTo>
                  <a:pt x="3293731" y="1366432"/>
                </a:lnTo>
                <a:lnTo>
                  <a:pt x="3578558" y="1535284"/>
                </a:lnTo>
                <a:lnTo>
                  <a:pt x="3887682" y="1686567"/>
                </a:lnTo>
                <a:lnTo>
                  <a:pt x="4229205" y="1814426"/>
                </a:lnTo>
                <a:lnTo>
                  <a:pt x="4611223" y="1913004"/>
                </a:lnTo>
                <a:lnTo>
                  <a:pt x="5041838" y="1976446"/>
                </a:lnTo>
                <a:lnTo>
                  <a:pt x="5529148" y="1998894"/>
                </a:lnTo>
              </a:path>
            </a:pathLst>
          </a:custGeom>
          <a:noFill/>
          <a:ln w="19050">
            <a:solidFill>
              <a:srgbClr val="E6C36A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693661" y="2456744"/>
            <a:ext cx="5529148" cy="1664534"/>
          </a:xfrm>
          <a:custGeom>
            <a:avLst/>
            <a:gdLst/>
            <a:ahLst/>
            <a:cxnLst/>
            <a:rect l="l" t="t" r="r" b="b"/>
            <a:pathLst>
              <a:path w="5529148" h="1664534">
                <a:moveTo>
                  <a:pt x="0" y="0"/>
                </a:moveTo>
                <a:lnTo>
                  <a:pt x="487310" y="18694"/>
                </a:lnTo>
                <a:lnTo>
                  <a:pt x="917925" y="71523"/>
                </a:lnTo>
                <a:lnTo>
                  <a:pt x="1299944" y="153612"/>
                </a:lnTo>
                <a:lnTo>
                  <a:pt x="1641466" y="260084"/>
                </a:lnTo>
                <a:lnTo>
                  <a:pt x="1950591" y="386062"/>
                </a:lnTo>
                <a:lnTo>
                  <a:pt x="2235417" y="526669"/>
                </a:lnTo>
                <a:lnTo>
                  <a:pt x="2504046" y="677030"/>
                </a:lnTo>
                <a:lnTo>
                  <a:pt x="2764574" y="832267"/>
                </a:lnTo>
                <a:lnTo>
                  <a:pt x="3025103" y="987504"/>
                </a:lnTo>
                <a:lnTo>
                  <a:pt x="3293731" y="1137865"/>
                </a:lnTo>
                <a:lnTo>
                  <a:pt x="3578558" y="1278473"/>
                </a:lnTo>
                <a:lnTo>
                  <a:pt x="3887682" y="1404450"/>
                </a:lnTo>
                <a:lnTo>
                  <a:pt x="4229205" y="1510922"/>
                </a:lnTo>
                <a:lnTo>
                  <a:pt x="4611223" y="1593011"/>
                </a:lnTo>
                <a:lnTo>
                  <a:pt x="5041838" y="1645840"/>
                </a:lnTo>
                <a:lnTo>
                  <a:pt x="5529148" y="1664534"/>
                </a:lnTo>
              </a:path>
            </a:pathLst>
          </a:custGeom>
          <a:noFill/>
          <a:ln w="19050">
            <a:solidFill>
              <a:srgbClr val="E6C36A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512460" y="3241764"/>
            <a:ext cx="727519" cy="36344"/>
          </a:xfrm>
          <a:custGeom>
            <a:avLst/>
            <a:gdLst/>
            <a:ahLst/>
            <a:cxnLst/>
            <a:rect l="l" t="t" r="r" b="b"/>
            <a:pathLst>
              <a:path w="727519" h="36344">
                <a:moveTo>
                  <a:pt x="0" y="36344"/>
                </a:moveTo>
                <a:lnTo>
                  <a:pt x="64120" y="35936"/>
                </a:lnTo>
                <a:lnTo>
                  <a:pt x="120780" y="34782"/>
                </a:lnTo>
                <a:lnTo>
                  <a:pt x="171045" y="32990"/>
                </a:lnTo>
                <a:lnTo>
                  <a:pt x="215982" y="30665"/>
                </a:lnTo>
                <a:lnTo>
                  <a:pt x="256657" y="27915"/>
                </a:lnTo>
                <a:lnTo>
                  <a:pt x="294134" y="24845"/>
                </a:lnTo>
                <a:lnTo>
                  <a:pt x="329480" y="21562"/>
                </a:lnTo>
                <a:lnTo>
                  <a:pt x="363760" y="18172"/>
                </a:lnTo>
                <a:lnTo>
                  <a:pt x="398040" y="14783"/>
                </a:lnTo>
                <a:lnTo>
                  <a:pt x="433386" y="11500"/>
                </a:lnTo>
                <a:lnTo>
                  <a:pt x="470863" y="8430"/>
                </a:lnTo>
                <a:lnTo>
                  <a:pt x="511537" y="5679"/>
                </a:lnTo>
                <a:lnTo>
                  <a:pt x="556474" y="3354"/>
                </a:lnTo>
                <a:lnTo>
                  <a:pt x="606740" y="1562"/>
                </a:lnTo>
                <a:lnTo>
                  <a:pt x="663400" y="409"/>
                </a:lnTo>
                <a:lnTo>
                  <a:pt x="727519" y="0"/>
                </a:lnTo>
              </a:path>
            </a:pathLst>
          </a:custGeom>
          <a:noFill/>
          <a:ln w="25400">
            <a:solidFill>
              <a:srgbClr val="DCE6FA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512460" y="2115115"/>
            <a:ext cx="727519" cy="50881"/>
          </a:xfrm>
          <a:custGeom>
            <a:avLst/>
            <a:gdLst/>
            <a:ahLst/>
            <a:cxnLst/>
            <a:rect l="l" t="t" r="r" b="b"/>
            <a:pathLst>
              <a:path w="727519" h="50881">
                <a:moveTo>
                  <a:pt x="0" y="50881"/>
                </a:moveTo>
                <a:lnTo>
                  <a:pt x="64120" y="50310"/>
                </a:lnTo>
                <a:lnTo>
                  <a:pt x="120780" y="48695"/>
                </a:lnTo>
                <a:lnTo>
                  <a:pt x="171045" y="46186"/>
                </a:lnTo>
                <a:lnTo>
                  <a:pt x="215982" y="42931"/>
                </a:lnTo>
                <a:lnTo>
                  <a:pt x="256657" y="39080"/>
                </a:lnTo>
                <a:lnTo>
                  <a:pt x="294134" y="34782"/>
                </a:lnTo>
                <a:lnTo>
                  <a:pt x="329480" y="30186"/>
                </a:lnTo>
                <a:lnTo>
                  <a:pt x="363760" y="25441"/>
                </a:lnTo>
                <a:lnTo>
                  <a:pt x="398040" y="20695"/>
                </a:lnTo>
                <a:lnTo>
                  <a:pt x="433386" y="16099"/>
                </a:lnTo>
                <a:lnTo>
                  <a:pt x="470863" y="11801"/>
                </a:lnTo>
                <a:lnTo>
                  <a:pt x="511537" y="7950"/>
                </a:lnTo>
                <a:lnTo>
                  <a:pt x="556474" y="4696"/>
                </a:lnTo>
                <a:lnTo>
                  <a:pt x="606740" y="2186"/>
                </a:lnTo>
                <a:lnTo>
                  <a:pt x="663400" y="572"/>
                </a:lnTo>
                <a:lnTo>
                  <a:pt x="727519" y="0"/>
                </a:lnTo>
              </a:path>
            </a:pathLst>
          </a:custGeom>
          <a:noFill/>
          <a:ln w="25400">
            <a:solidFill>
              <a:srgbClr val="DCE6FA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693661" y="2456744"/>
            <a:ext cx="654768" cy="821364"/>
          </a:xfrm>
          <a:custGeom>
            <a:avLst/>
            <a:gdLst/>
            <a:ahLst/>
            <a:cxnLst/>
            <a:rect l="l" t="t" r="r" b="b"/>
            <a:pathLst>
              <a:path w="654768" h="821364">
                <a:moveTo>
                  <a:pt x="0" y="0"/>
                </a:moveTo>
                <a:lnTo>
                  <a:pt x="57708" y="9225"/>
                </a:lnTo>
                <a:lnTo>
                  <a:pt x="108702" y="35293"/>
                </a:lnTo>
                <a:lnTo>
                  <a:pt x="153941" y="75800"/>
                </a:lnTo>
                <a:lnTo>
                  <a:pt x="194384" y="128338"/>
                </a:lnTo>
                <a:lnTo>
                  <a:pt x="230991" y="190502"/>
                </a:lnTo>
                <a:lnTo>
                  <a:pt x="264721" y="259885"/>
                </a:lnTo>
                <a:lnTo>
                  <a:pt x="296532" y="334080"/>
                </a:lnTo>
                <a:lnTo>
                  <a:pt x="327384" y="410682"/>
                </a:lnTo>
                <a:lnTo>
                  <a:pt x="358236" y="487284"/>
                </a:lnTo>
                <a:lnTo>
                  <a:pt x="390047" y="561479"/>
                </a:lnTo>
                <a:lnTo>
                  <a:pt x="423777" y="630862"/>
                </a:lnTo>
                <a:lnTo>
                  <a:pt x="460384" y="693026"/>
                </a:lnTo>
                <a:lnTo>
                  <a:pt x="500827" y="745564"/>
                </a:lnTo>
                <a:lnTo>
                  <a:pt x="546066" y="786071"/>
                </a:lnTo>
                <a:lnTo>
                  <a:pt x="597060" y="812140"/>
                </a:lnTo>
                <a:lnTo>
                  <a:pt x="654768" y="821364"/>
                </a:lnTo>
              </a:path>
            </a:pathLst>
          </a:custGeom>
          <a:noFill/>
          <a:ln w="25400">
            <a:solidFill>
              <a:srgbClr val="DCE6FA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693661" y="2165996"/>
            <a:ext cx="654768" cy="290748"/>
          </a:xfrm>
          <a:custGeom>
            <a:avLst/>
            <a:gdLst/>
            <a:ahLst/>
            <a:cxnLst/>
            <a:rect l="l" t="t" r="r" b="b"/>
            <a:pathLst>
              <a:path w="654768" h="290748">
                <a:moveTo>
                  <a:pt x="0" y="290748"/>
                </a:moveTo>
                <a:lnTo>
                  <a:pt x="57708" y="287483"/>
                </a:lnTo>
                <a:lnTo>
                  <a:pt x="108702" y="278255"/>
                </a:lnTo>
                <a:lnTo>
                  <a:pt x="153941" y="263917"/>
                </a:lnTo>
                <a:lnTo>
                  <a:pt x="194384" y="245319"/>
                </a:lnTo>
                <a:lnTo>
                  <a:pt x="230991" y="223314"/>
                </a:lnTo>
                <a:lnTo>
                  <a:pt x="264721" y="198754"/>
                </a:lnTo>
                <a:lnTo>
                  <a:pt x="296532" y="172490"/>
                </a:lnTo>
                <a:lnTo>
                  <a:pt x="327384" y="145374"/>
                </a:lnTo>
                <a:lnTo>
                  <a:pt x="358236" y="118259"/>
                </a:lnTo>
                <a:lnTo>
                  <a:pt x="390047" y="91995"/>
                </a:lnTo>
                <a:lnTo>
                  <a:pt x="423777" y="67434"/>
                </a:lnTo>
                <a:lnTo>
                  <a:pt x="460384" y="45430"/>
                </a:lnTo>
                <a:lnTo>
                  <a:pt x="500827" y="26832"/>
                </a:lnTo>
                <a:lnTo>
                  <a:pt x="546066" y="12493"/>
                </a:lnTo>
                <a:lnTo>
                  <a:pt x="597060" y="3265"/>
                </a:lnTo>
                <a:lnTo>
                  <a:pt x="654768" y="0"/>
                </a:lnTo>
              </a:path>
            </a:pathLst>
          </a:custGeom>
          <a:noFill/>
          <a:ln w="25400">
            <a:solidFill>
              <a:srgbClr val="DCE6FA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40203" y="2456744"/>
            <a:ext cx="916675" cy="239868"/>
          </a:xfrm>
          <a:custGeom>
            <a:avLst/>
            <a:gdLst/>
            <a:ahLst/>
            <a:cxnLst/>
            <a:rect l="l" t="t" r="r" b="b"/>
            <a:pathLst>
              <a:path w="916675" h="239868">
                <a:moveTo>
                  <a:pt x="0" y="239868"/>
                </a:moveTo>
                <a:lnTo>
                  <a:pt x="80791" y="237174"/>
                </a:lnTo>
                <a:lnTo>
                  <a:pt x="152183" y="229561"/>
                </a:lnTo>
                <a:lnTo>
                  <a:pt x="215517" y="217731"/>
                </a:lnTo>
                <a:lnTo>
                  <a:pt x="272138" y="202388"/>
                </a:lnTo>
                <a:lnTo>
                  <a:pt x="323388" y="184234"/>
                </a:lnTo>
                <a:lnTo>
                  <a:pt x="370609" y="163972"/>
                </a:lnTo>
                <a:lnTo>
                  <a:pt x="415145" y="142304"/>
                </a:lnTo>
                <a:lnTo>
                  <a:pt x="458338" y="119934"/>
                </a:lnTo>
                <a:lnTo>
                  <a:pt x="501531" y="97564"/>
                </a:lnTo>
                <a:lnTo>
                  <a:pt x="546066" y="75896"/>
                </a:lnTo>
                <a:lnTo>
                  <a:pt x="593288" y="55634"/>
                </a:lnTo>
                <a:lnTo>
                  <a:pt x="644537" y="37480"/>
                </a:lnTo>
                <a:lnTo>
                  <a:pt x="701158" y="22137"/>
                </a:lnTo>
                <a:lnTo>
                  <a:pt x="764493" y="10307"/>
                </a:lnTo>
                <a:lnTo>
                  <a:pt x="835884" y="2694"/>
                </a:lnTo>
                <a:lnTo>
                  <a:pt x="916675" y="0"/>
                </a:lnTo>
              </a:path>
            </a:pathLst>
          </a:custGeom>
          <a:noFill/>
          <a:ln w="25400">
            <a:solidFill>
              <a:srgbClr val="DCE6FA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540203" y="2115115"/>
            <a:ext cx="916675" cy="341629"/>
          </a:xfrm>
          <a:custGeom>
            <a:avLst/>
            <a:gdLst/>
            <a:ahLst/>
            <a:cxnLst/>
            <a:rect l="l" t="t" r="r" b="b"/>
            <a:pathLst>
              <a:path w="916675" h="341629">
                <a:moveTo>
                  <a:pt x="0" y="0"/>
                </a:moveTo>
                <a:lnTo>
                  <a:pt x="80791" y="3837"/>
                </a:lnTo>
                <a:lnTo>
                  <a:pt x="152183" y="14680"/>
                </a:lnTo>
                <a:lnTo>
                  <a:pt x="215517" y="31527"/>
                </a:lnTo>
                <a:lnTo>
                  <a:pt x="272138" y="53380"/>
                </a:lnTo>
                <a:lnTo>
                  <a:pt x="323388" y="79235"/>
                </a:lnTo>
                <a:lnTo>
                  <a:pt x="370609" y="108094"/>
                </a:lnTo>
                <a:lnTo>
                  <a:pt x="415145" y="138954"/>
                </a:lnTo>
                <a:lnTo>
                  <a:pt x="458338" y="170815"/>
                </a:lnTo>
                <a:lnTo>
                  <a:pt x="501531" y="202676"/>
                </a:lnTo>
                <a:lnTo>
                  <a:pt x="546066" y="233536"/>
                </a:lnTo>
                <a:lnTo>
                  <a:pt x="593288" y="262394"/>
                </a:lnTo>
                <a:lnTo>
                  <a:pt x="644537" y="288250"/>
                </a:lnTo>
                <a:lnTo>
                  <a:pt x="701158" y="310102"/>
                </a:lnTo>
                <a:lnTo>
                  <a:pt x="764493" y="326950"/>
                </a:lnTo>
                <a:lnTo>
                  <a:pt x="835884" y="337793"/>
                </a:lnTo>
                <a:lnTo>
                  <a:pt x="916675" y="341629"/>
                </a:lnTo>
              </a:path>
            </a:pathLst>
          </a:custGeom>
          <a:noFill/>
          <a:ln w="25400">
            <a:solidFill>
              <a:srgbClr val="DCE6FA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Cenobamate </a:t>
            </a:r>
            <a:r>
              <a:rPr sz="24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Supply Chain Network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RSM → API → DP → Semi-FP·FP CMO와 10개 시장·파트너 · 출처 Cenobamate BOM Tree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924" y="1097496"/>
            <a:ext cx="1091279" cy="228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RSM 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6878" y="1097496"/>
            <a:ext cx="1236783" cy="228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API 원료의약품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8429" y="1097496"/>
            <a:ext cx="1164031" cy="228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DP 정제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9979" y="1097496"/>
            <a:ext cx="1164031" cy="228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Semi-FP · FP 포장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22809" y="1097496"/>
            <a:ext cx="2546318" cy="228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시장 · 파트너 (10)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24" y="1926129"/>
            <a:ext cx="1091279" cy="377972"/>
          </a:xfrm>
          <a:prstGeom prst="roundRect">
            <a:avLst>
              <a:gd name="adj" fmla="val 12000"/>
            </a:avLst>
          </a:prstGeom>
          <a:solidFill>
            <a:srgbClr val="13224B"/>
          </a:solidFill>
          <a:ln w="19050">
            <a:solidFill>
              <a:srgbClr val="5B6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Lianhe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中 · YKP1941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24" y="2507625"/>
            <a:ext cx="1091279" cy="377972"/>
          </a:xfrm>
          <a:prstGeom prst="roundRect">
            <a:avLst>
              <a:gd name="adj" fmla="val 12000"/>
            </a:avLst>
          </a:prstGeom>
          <a:solidFill>
            <a:srgbClr val="13224B"/>
          </a:solidFill>
          <a:ln w="19050">
            <a:solidFill>
              <a:srgbClr val="5B6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Wisdom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中 · YKP1941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6878" y="2107846"/>
            <a:ext cx="1236783" cy="697795"/>
          </a:xfrm>
          <a:prstGeom prst="roundRect">
            <a:avLst>
              <a:gd name="adj" fmla="val 12000"/>
            </a:avLst>
          </a:prstGeom>
          <a:solidFill>
            <a:srgbClr val="3A1530"/>
          </a:solidFill>
          <a:ln w="30480">
            <a:solidFill>
              <a:srgbClr val="FF6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SK biotek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韓 · 482kg/batch</a:t>
            </a:r>
          </a:p>
          <a:p>
            <a:pPr algn="ctr"/>
            <a:r>
              <a:rPr sz="850" b="1">
                <a:solidFill>
                  <a:srgbClr val="FF6B83"/>
                </a:solidFill>
                <a:latin typeface="Malgun Gothic"/>
                <a:ea typeface="Malgun Gothic"/>
                <a:cs typeface="Malgun Gothic"/>
              </a:rPr>
              <a:t>★ 전 시장 단독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8429" y="1926129"/>
            <a:ext cx="1164031" cy="479734"/>
          </a:xfrm>
          <a:prstGeom prst="roundRect">
            <a:avLst>
              <a:gd name="adj" fmla="val 12000"/>
            </a:avLst>
          </a:prstGeom>
          <a:solidFill>
            <a:srgbClr val="13224B"/>
          </a:solidFill>
          <a:ln w="20320">
            <a:solidFill>
              <a:srgbClr val="DC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Patheon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CA · Primary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+ Britestock·Bottle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8429" y="3089122"/>
            <a:ext cx="1164031" cy="377972"/>
          </a:xfrm>
          <a:prstGeom prst="roundRect">
            <a:avLst>
              <a:gd name="adj" fmla="val 12000"/>
            </a:avLst>
          </a:prstGeom>
          <a:solidFill>
            <a:srgbClr val="13224B"/>
          </a:solidFill>
          <a:ln w="20320">
            <a:solidFill>
              <a:srgbClr val="DC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Avara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US 전용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9979" y="1926129"/>
            <a:ext cx="1164031" cy="377972"/>
          </a:xfrm>
          <a:prstGeom prst="roundRect">
            <a:avLst>
              <a:gd name="adj" fmla="val 12000"/>
            </a:avLst>
          </a:prstGeom>
          <a:solidFill>
            <a:srgbClr val="13224B"/>
          </a:solidFill>
          <a:ln w="19050">
            <a:solidFill>
              <a:srgbClr val="7FB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PCI CA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Blister Strip·Card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9979" y="3052778"/>
            <a:ext cx="1164031" cy="377972"/>
          </a:xfrm>
          <a:prstGeom prst="roundRect">
            <a:avLst>
              <a:gd name="adj" fmla="val 12000"/>
            </a:avLst>
          </a:prstGeom>
          <a:solidFill>
            <a:srgbClr val="13224B"/>
          </a:solidFill>
          <a:ln w="19050">
            <a:solidFill>
              <a:srgbClr val="7FB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PCI US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Bottle (Avara)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2809" y="1708068"/>
            <a:ext cx="2546318" cy="20116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완제품 FP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2809" y="1809830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142F3A"/>
          </a:solidFill>
          <a:ln w="17780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US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SK Life Science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2809" y="2144190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142F3A"/>
          </a:solidFill>
          <a:ln w="17780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China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Ignis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2809" y="2623925"/>
            <a:ext cx="2546318" cy="20116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FE0A8"/>
                </a:solidFill>
                <a:latin typeface="Malgun Gothic"/>
                <a:ea typeface="Malgun Gothic"/>
                <a:cs typeface="Malgun Gothic"/>
              </a:rPr>
              <a:t>정제 DP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2809" y="2725686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162E22"/>
          </a:solidFill>
          <a:ln w="17780">
            <a:solidFill>
              <a:srgbClr val="9FE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Hong Kong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Ignis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2809" y="3060047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162E22"/>
          </a:solidFill>
          <a:ln w="17780">
            <a:solidFill>
              <a:srgbClr val="9FE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Canada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Knight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2809" y="3394407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162E22"/>
          </a:solidFill>
          <a:ln w="17780">
            <a:solidFill>
              <a:srgbClr val="9FE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Israel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Dexcel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2809" y="3874142"/>
            <a:ext cx="2546318" cy="20116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6C36A"/>
                </a:solidFill>
                <a:latin typeface="Malgun Gothic"/>
                <a:ea typeface="Malgun Gothic"/>
                <a:cs typeface="Malgun Gothic"/>
              </a:rPr>
              <a:t>원료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2809" y="3975904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2E2812"/>
          </a:solidFill>
          <a:ln w="17780">
            <a:solidFill>
              <a:srgbClr val="E6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EU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Angelini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2809" y="4310264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2E2812"/>
          </a:solidFill>
          <a:ln w="17780">
            <a:solidFill>
              <a:srgbClr val="E6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Japan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Ono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2809" y="4644625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2E2812"/>
          </a:solidFill>
          <a:ln w="17780">
            <a:solidFill>
              <a:srgbClr val="E6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LATAM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Eurofarma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22809" y="4978985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2E2812"/>
          </a:solidFill>
          <a:ln w="17780">
            <a:solidFill>
              <a:srgbClr val="E6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MENA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Hikma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2809" y="5313345"/>
            <a:ext cx="2546318" cy="290748"/>
          </a:xfrm>
          <a:prstGeom prst="roundRect">
            <a:avLst>
              <a:gd name="adj" fmla="val 12000"/>
            </a:avLst>
          </a:prstGeom>
          <a:solidFill>
            <a:srgbClr val="2E2812"/>
          </a:solidFill>
          <a:ln w="17780">
            <a:solidFill>
              <a:srgbClr val="E6C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Korea</a:t>
            </a:r>
          </a:p>
          <a:p>
            <a:pPr algn="ctr"/>
            <a:r>
              <a:rPr sz="8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Dong-A 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409944"/>
            <a:ext cx="292608" cy="36576"/>
          </a:xfrm>
          <a:prstGeom prst="rect">
            <a:avLst/>
          </a:prstGeom>
          <a:solidFill>
            <a:srgbClr val="D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336792"/>
            <a:ext cx="2377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자재 흐름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6409944"/>
            <a:ext cx="292608" cy="36576"/>
          </a:xfrm>
          <a:prstGeom prst="rect">
            <a:avLst/>
          </a:prstGeom>
          <a:solidFill>
            <a:srgbClr val="5F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6336792"/>
            <a:ext cx="2377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완제품(FP) 공급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6409944"/>
            <a:ext cx="292608" cy="36576"/>
          </a:xfrm>
          <a:prstGeom prst="rect">
            <a:avLst/>
          </a:prstGeom>
          <a:solidFill>
            <a:srgbClr val="9FE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6336792"/>
            <a:ext cx="2377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정제(DP) 공급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6409944"/>
            <a:ext cx="292608" cy="36576"/>
          </a:xfrm>
          <a:prstGeom prst="rect">
            <a:avLst/>
          </a:prstGeom>
          <a:solidFill>
            <a:srgbClr val="E6C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6336792"/>
            <a:ext cx="2377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원료(API) 공급 (점선)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